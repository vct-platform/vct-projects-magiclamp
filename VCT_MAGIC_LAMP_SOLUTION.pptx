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4305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4B8A6"/>
                </a:solidFill>
              </a:rPr>
              <a:t>VCT PLATFORM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231457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GIẢI PHÁP AI-OS TOÀN DIỆN CHO MAGIC LAMP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0861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Kiến tạo Media House tự hành bằng HERA Protocol V5.4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2057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</a:rPr>
              <a:t>CAM KẾT ĐỒNG HÀNH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28289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VCT Platform — Đối tác công nghệ tin cậy của Magic Lamp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</a:rPr>
              <a:t>VCT x Magic Lamp: Hợp tác Chiến lược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VCT Platform cung cấp hạ tầng phần cứng và hệ điều hành AI.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Magic Lamp vận hành sáng tạo và kinh doanh dựa trên đội ngũ Agent.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Mục tiêu: Xây dựng Agency Media số 1 khu vực dựa trên AI.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Hệ Điều Hành HERA V5.4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Multi-Tenant Isolation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Bảo mật tuyệt đối dữ liệu khách hàng của Magic Lamp.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Autonomous Learning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Agent tự giỏi lên sau mỗi dự án thực tế.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06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Scale-on-Demand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Mở rộng quy mô phục vụ hàng trăm nhãn hàng cùng lúc.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</a:rPr>
              <a:t>Đội Ngũ Nhân Sự Số Chuyên Trách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828800" cy="914400"/>
          </a:xfrm>
          <a:prstGeom prst="rect">
            <a:avLst>
              <a:gd name="adj" fmla="val 10000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Market-Researcher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60320" y="1828800"/>
            <a:ext cx="1828800" cy="914400"/>
          </a:xfrm>
          <a:prstGeom prst="rect">
            <a:avLst>
              <a:gd name="adj" fmla="val 10000"/>
            </a:avLst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Creative-AI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828800"/>
            <a:ext cx="1828800" cy="914400"/>
          </a:xfrm>
          <a:prstGeom prst="rect">
            <a:avLst>
              <a:gd name="adj" fmla="val 10000"/>
            </a:avLst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Ads-Manager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0" y="1828800"/>
            <a:ext cx="1828800" cy="914400"/>
          </a:xfrm>
          <a:prstGeom prst="rect">
            <a:avLst>
              <a:gd name="adj" fmla="val 10000"/>
            </a:avLst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Crisis-Response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828800" cy="914400"/>
          </a:xfrm>
          <a:prstGeom prst="rect">
            <a:avLst>
              <a:gd name="adj" fmla="val 10000"/>
            </a:avLst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Brand-Architect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0" y="3200400"/>
            <a:ext cx="1828800" cy="914400"/>
          </a:xfrm>
          <a:prstGeom prst="rect">
            <a:avLst>
              <a:gd name="adj" fmla="val 10000"/>
            </a:avLst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Visual-Generator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3200400"/>
            <a:ext cx="1828800" cy="914400"/>
          </a:xfrm>
          <a:prstGeom prst="rect">
            <a:avLst>
              <a:gd name="adj" fmla="val 10000"/>
            </a:avLst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Ecom-Agent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66560" y="3200400"/>
            <a:ext cx="1828800" cy="914400"/>
          </a:xfrm>
          <a:prstGeom prst="rect">
            <a:avLst>
              <a:gd name="adj" fmla="val 10000"/>
            </a:avLst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IP-Guard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</a:rPr>
              <a:t>Lộ trình Triển khai cho Magic Lamp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1. GĐ 1: Thiết lập hạ tầng &amp; Bảo mật (Rule 25)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2. GĐ 2: Huấn luyện Bản năng Agent (Context Loading)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3. GĐ 3: Chạy thử nghiệm Pilot (Trial Project)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4. GĐ 4: Vận hành Toàn diện &amp; Tự tiến hóa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2026-05-15T11:35:16Z</dcterms:created>
  <dcterms:modified xsi:type="dcterms:W3CDTF">2026-05-15T11:35:16Z</dcterms:modified>
</cp:coreProperties>
</file>