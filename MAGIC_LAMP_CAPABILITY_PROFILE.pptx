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54305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MAGIC LAMP</a:t>
            </a:r>
            <a:endParaRPr lang="en-US" sz="5400" dirty="0"/>
          </a:p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AI-FIRST ENTERPRISE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0" y="2828925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ADCFC"/>
                </a:solidFill>
              </a:rPr>
              <a:t>The Future of Media Production &amp; Marketing Automation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0" y="4371975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</a:rPr>
              <a:t>HERA PROTOCOL V5.4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761"/>
                </a:solidFill>
              </a:rPr>
              <a:t>Tầm nhìn: "Media-as-a-Service" Tự hành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8229600" cy="45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21212"/>
                </a:solidFill>
              </a:rPr>
              <a:t>• Vượt qua giới hạn của Agency truyền thống
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21212"/>
                </a:solidFill>
              </a:rPr>
              <a:t>• Hệ điều hành AI hoạt động 24/7 không nghỉ
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21212"/>
                </a:solidFill>
              </a:rPr>
              <a:t>• Tối ưu hóa lợi nhuận bằng dữ liệu và tự động hóa
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21212"/>
                </a:solidFill>
              </a:rPr>
              <a:t>• Giải phóng tối đa nguồn lực con người cho sáng tạo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761"/>
                </a:solidFill>
              </a:rPr>
              <a:t>Kiến trúc HERA V5.4 — Trí tuệ Phân cấp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solidFill>
            <a:srgbClr val="F5F5F5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0116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</a:rPr>
              <a:t>Autonomous Evolution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Tự học và đúc kết kinh nghiệm sau mỗi task thành công.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926080"/>
            <a:ext cx="8229600" cy="914400"/>
          </a:xfrm>
          <a:prstGeom prst="rect">
            <a:avLst/>
          </a:prstGeom>
          <a:solidFill>
            <a:srgbClr val="F5F5F5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1089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</a:rPr>
              <a:t>Elastic Sharding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3383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Nạp kiến thức thông minh, bảo mật dữ liệu khách hàng tuyệt đối.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4023360"/>
            <a:ext cx="8229600" cy="914400"/>
          </a:xfrm>
          <a:prstGeom prst="rect">
            <a:avLst/>
          </a:prstGeom>
          <a:solidFill>
            <a:srgbClr val="F5F5F5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42062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</a:rPr>
              <a:t>Self-Healing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40080" y="44805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Tự phát hiện lỗi và đề xuất bản vá quy trình ngay lập tức.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761"/>
                </a:solidFill>
              </a:rPr>
              <a:t>Cơ cấu 8 Phòng ban AI chuyên biệt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828800"/>
            <a:ext cx="1828800" cy="914400"/>
          </a:xfrm>
          <a:prstGeom prst="rect">
            <a:avLst>
              <a:gd name="adj" fmla="val 10000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01 Strategy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560320" y="1828800"/>
            <a:ext cx="1828800" cy="914400"/>
          </a:xfrm>
          <a:prstGeom prst="rect">
            <a:avLst>
              <a:gd name="adj" fmla="val 10000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2560320" y="18288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02 Finance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663440" y="1828800"/>
            <a:ext cx="1828800" cy="914400"/>
          </a:xfrm>
          <a:prstGeom prst="rect">
            <a:avLst>
              <a:gd name="adj" fmla="val 10000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4663440" y="18288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03 Growth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766560" y="1828800"/>
            <a:ext cx="1828800" cy="914400"/>
          </a:xfrm>
          <a:prstGeom prst="rect">
            <a:avLst>
              <a:gd name="adj" fmla="val 10000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0" y="18288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04 Ops/HR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57200" y="3200400"/>
            <a:ext cx="1828800" cy="914400"/>
          </a:xfrm>
          <a:prstGeom prst="rect">
            <a:avLst>
              <a:gd name="adj" fmla="val 10000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2004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05 Product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560320" y="3200400"/>
            <a:ext cx="1828800" cy="914400"/>
          </a:xfrm>
          <a:prstGeom prst="rect">
            <a:avLst>
              <a:gd name="adj" fmla="val 10000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2560320" y="32004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06 Creative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663440" y="3200400"/>
            <a:ext cx="1828800" cy="914400"/>
          </a:xfrm>
          <a:prstGeom prst="rect">
            <a:avLst>
              <a:gd name="adj" fmla="val 10000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32004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07 Tech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766560" y="3200400"/>
            <a:ext cx="1828800" cy="914400"/>
          </a:xfrm>
          <a:prstGeom prst="rect">
            <a:avLst>
              <a:gd name="adj" fmla="val 10000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0" y="32004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08 Legal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761"/>
                </a:solidFill>
              </a:rPr>
              <a:t>Cỗ máy Marketing Toàn năng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</a:rPr>
              <a:t>Researcher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0" y="1828800"/>
            <a:ext cx="5486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Nghiên cứu đối thủ &amp; Insight khách hàng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" y="2286000"/>
            <a:ext cx="7315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56032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</a:rPr>
              <a:t>Architect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200400" y="2560320"/>
            <a:ext cx="5486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Định vị thương hiệu &amp; Storytelling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14400" y="3017520"/>
            <a:ext cx="7315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29184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</a:rPr>
              <a:t>Planner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200400" y="3291840"/>
            <a:ext cx="5486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Lập kế hoạch Media &amp; Forecast KPIs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14400" y="3749040"/>
            <a:ext cx="7315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402336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</a:rPr>
              <a:t>SEO &amp; Social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200400" y="4023360"/>
            <a:ext cx="5486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Thống trị tìm kiếm &amp; Lan tỏa cộng đồng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14400" y="4480560"/>
            <a:ext cx="7315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761"/>
                </a:solidFill>
              </a:rPr>
              <a:t>Sản xuất Nội dung bằng AI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888888"/>
                </a:solidFill>
              </a:rPr>
              <a:t>Visual Generator &amp; Auto-Script Forge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• Biến ý tưởng thành Storyboard trực quan trong giây lát
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• Tự động tạo bối cảnh ảo (Virtual Studio) đẳng cấp
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• Kịch bản Viral được tối ưu hóa theo thuật toán nền tảng
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• Giảm 80% thời gian sản xuất hậu kỳ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761"/>
                </a:solidFill>
              </a:rPr>
              <a:t>Vận hành Sàn &amp; Ads Hiệu suất cao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888888"/>
                </a:solidFill>
              </a:rPr>
              <a:t>Ecom-Agent &amp; Ads-Manager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• Quản trị gian hàng đa kênh 24/7 (Shopee, TikTok, Lazada)
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• Tự động tối ưu hóa giá thầu Ads để đạt ROAS cao nhất
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• Live-Ops: Điều phối phiên Live, gắn giỏ hàng &amp; tracking real-time
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• Đối soát tài chính tự động ngay sau phiên livestream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Bảo mật Đa khách hàng (Multi-Tenancy)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ADCFC"/>
                </a:solidFill>
              </a:rPr>
              <a:t>Cơ chế "Ngăn khoang ký ức" tuyệt đối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solidFill>
            <a:srgbClr val="FFFFFF">
              <a:alpha val="10000"/>
            </a:srgbClr>
          </a:solidFill>
          <a:ln w="25400">
            <a:solidFill>
              <a:srgbClr val="D4AF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RULE 25: CLIENT CONTEXT ISOLATION</a:t>
            </a:r>
            <a:endParaRPr lang="en-US" sz="2200" dirty="0"/>
          </a:p>
          <a:p>
            <a:pPr algn="ctr" indent="0" marL="0">
              <a:buNone/>
            </a:pP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Mọi Agent bắt buộc phải cô lập bộ nhớ theo CLIENT_ID.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Tuyệt đối không rò rỉ dữ liệu giữa các khách hàng khác nhau.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761"/>
                </a:solidFill>
              </a:rPr>
              <a:t>Khiên bảo vệ Thương hiệu &amp; Bản quyền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• Crisis-Response: Phát hiện và xử lý khủng hoảng PR thần tốc
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• IP-Guard: Tự động quét và gỡ bỏ các nội dung re-up vi phạm
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• Bảo vệ 24/7 mọi tài sản số và danh tiếng của khách hàng
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• Giảm thiểu rủi ro pháp lý và thiệt hại doanh thu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574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ĐỒNG HÀNH CÙNG KỶ NGUYÊN AI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0" y="2828925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ADCFC"/>
                </a:solidFill>
              </a:rPr>
              <a:t>Magic Lamp — Nâng tầm doanh nghiệp bạn bằng Trí tuệ Tự hành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0" y="4371975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4AF37"/>
                </a:solidFill>
              </a:rPr>
              <a:t>Contact: magiclamp.vn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2026-05-15T11:26:53Z</dcterms:created>
  <dcterms:modified xsi:type="dcterms:W3CDTF">2026-05-15T11:26:53Z</dcterms:modified>
</cp:coreProperties>
</file>